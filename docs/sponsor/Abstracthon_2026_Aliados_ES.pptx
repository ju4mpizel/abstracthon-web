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75fdad68-e915-fdd6-7077-83931e62c4c8}">
          <p14:sldIdLst>
            <p14:sldId id="256"/>
          </p14:sldIdLst>
        </p14:section>
        <p14:section name="Event" id="{ec54a9f9-d1d4-41f7-8512-7319479e3340}">
          <p14:sldIdLst>
            <p14:sldId id="257"/>
            <p14:sldId id="258"/>
          </p14:sldIdLst>
        </p14:section>
        <p14:section name="Plans" id="{99aae552-56dc-82b8-78a2-f39ea7b8db8e}">
          <p14:sldIdLst>
            <p14:sldId id="259"/>
          </p14:sldIdLst>
        </p14:section>
        <p14:section name="Close" id="{3a18f468-560c-f2cf-1b64-37a6a1fb6ec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Bolivia, precios en Bs. No citar aforo ni Cochabamba. Poner celular nominado en la 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Bolivia, precios en Bs. No citar aforo ni Cochabamba. Poner celular nominado en la 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Bolivia, precios en Bs. No citar aforo ni Cochabamba. Poner celular nominado en la 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Bolivia, precios en Bs. No citar aforo ni Cochabamba. Poner celular nominado en la 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Bolivia, precios en Bs. No citar aforo ni Cochabamba. Poner celular nominado en la 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51052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</a:rPr>
              <a:t>ABSTRACTHON 2026  ·  Llamado a aliados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Dev\abstracthon-web\public\img\abstracth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00400" cy="1188720"/>
          </a:xfrm>
          <a:prstGeom prst="rect">
            <a:avLst/>
          </a:prstGeom>
        </p:spPr>
      </p:pic>
      <p:pic>
        <p:nvPicPr>
          <p:cNvPr id="3" name="mlsa" descr="C:\Dev\abstracthon-web\docs\sponsor\mlsa-imag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11680" cy="1673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20848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022"/>
                </a:solidFill>
              </a:rPr>
              <a:t>LLAMADO A ALIADOS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2414016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Patrocine un fin de semana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 builders, no un banner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Hackathon presencial en Bolivia  ·  21 de noviembre de 2026  ·  Santa Cruz y Oruro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Organiza Microsoft Learn Student Ambassadors – University Community</a:t>
            </a:r>
            <a:endParaRPr lang="en-US" sz="1600" dirty="0"/>
          </a:p>
        </p:txBody>
      </p:sp>
      <p:sp>
        <p:nvSpPr>
          <p:cNvPr id="7" name="cover-track-0-bg"/>
          <p:cNvSpPr/>
          <p:nvPr/>
        </p:nvSpPr>
        <p:spPr>
          <a:xfrm>
            <a:off x="502920" y="5029200"/>
            <a:ext cx="384048" cy="384048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8" name="cover-track-0" descr="C:\Dev\abstracthon-web\docs\sponsor\icons\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51" y="5117531"/>
            <a:ext cx="207386" cy="20738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78408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Finanzas</a:t>
            </a:r>
            <a:endParaRPr lang="en-US" sz="1400" dirty="0"/>
          </a:p>
        </p:txBody>
      </p:sp>
      <p:sp>
        <p:nvSpPr>
          <p:cNvPr id="10" name="cover-track-1-bg"/>
          <p:cNvSpPr/>
          <p:nvPr/>
        </p:nvSpPr>
        <p:spPr>
          <a:xfrm>
            <a:off x="3355848" y="5029200"/>
            <a:ext cx="384048" cy="384048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1" name="cover-track-1" descr="C:\Dev\abstracthon-web\docs\sponsor\icons\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79" y="5117531"/>
            <a:ext cx="207386" cy="20738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831336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Educación</a:t>
            </a:r>
            <a:endParaRPr lang="en-US" sz="1400" dirty="0"/>
          </a:p>
        </p:txBody>
      </p:sp>
      <p:sp>
        <p:nvSpPr>
          <p:cNvPr id="13" name="cover-track-2-bg"/>
          <p:cNvSpPr/>
          <p:nvPr/>
        </p:nvSpPr>
        <p:spPr>
          <a:xfrm>
            <a:off x="6208776" y="5029200"/>
            <a:ext cx="384048" cy="384048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4" name="cover-track-2" descr="C:\Dev\abstracthon-web\docs\sponsor\icons\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07" y="5117531"/>
            <a:ext cx="207386" cy="20738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684264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Comunicación</a:t>
            </a:r>
            <a:endParaRPr lang="en-US" sz="1400" dirty="0"/>
          </a:p>
        </p:txBody>
      </p:sp>
      <p:sp>
        <p:nvSpPr>
          <p:cNvPr id="16" name="cover-track-3-bg"/>
          <p:cNvSpPr/>
          <p:nvPr/>
        </p:nvSpPr>
        <p:spPr>
          <a:xfrm>
            <a:off x="9061704" y="5029200"/>
            <a:ext cx="384048" cy="384048"/>
          </a:xfrm>
          <a:prstGeom prst="ellipse">
            <a:avLst/>
          </a:prstGeom>
          <a:solidFill>
            <a:srgbClr val="00A4EF"/>
          </a:solidFill>
          <a:ln/>
        </p:spPr>
      </p:sp>
      <p:pic>
        <p:nvPicPr>
          <p:cNvPr id="17" name="cover-track-3" descr="C:\Dev\abstracthon-web\docs\sponsor\icons\he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035" y="5117531"/>
            <a:ext cx="207386" cy="20738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53719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Ayuda tecnológica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5029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900"/>
                </a:solidFill>
              </a:rPr>
              <a:t>Abstráete y crea el futuro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fin de semana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</a:rPr>
              <a:t>Primera edición. No inflamos aforo: vendemos acceso, mentoría y un pitch. Su empresa entra en el taller, en el piso o en el jurado de su premio.</a:t>
            </a:r>
            <a:endParaRPr lang="en-US" sz="1500" dirty="0"/>
          </a:p>
        </p:txBody>
      </p:sp>
      <p:sp>
        <p:nvSpPr>
          <p:cNvPr id="4" name="day-0"/>
          <p:cNvSpPr/>
          <p:nvPr/>
        </p:nvSpPr>
        <p:spPr>
          <a:xfrm>
            <a:off x="50292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5" name="day-icon-0-bg"/>
          <p:cNvSpPr/>
          <p:nvPr/>
        </p:nvSpPr>
        <p:spPr>
          <a:xfrm>
            <a:off x="740664" y="1572768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6" name="day-icon-0" descr="C:\Dev\abstracthon-web\docs\sponsor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1665305"/>
            <a:ext cx="217261" cy="2172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5272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066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VIERNES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19:00  ·  virtual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066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Reglas y taller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Introducción. Si elige Activación o Propiedad, acá puede ir su workshop.</a:t>
            </a:r>
            <a:endParaRPr lang="en-US" sz="1400" dirty="0"/>
          </a:p>
        </p:txBody>
      </p:sp>
      <p:sp>
        <p:nvSpPr>
          <p:cNvPr id="12" name="day-1"/>
          <p:cNvSpPr/>
          <p:nvPr/>
        </p:nvSpPr>
        <p:spPr>
          <a:xfrm>
            <a:off x="429768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13" name="day-icon-1-bg"/>
          <p:cNvSpPr/>
          <p:nvPr/>
        </p:nvSpPr>
        <p:spPr>
          <a:xfrm>
            <a:off x="4535424" y="1572768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4" name="day-icon-1" descr="C:\Dev\abstracthon-web\docs\sponsor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961" y="1665305"/>
            <a:ext cx="217261" cy="21726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4748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3542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SÁBADO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3542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08:00–18:00  ·  presencial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3542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Hacking y mentoría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3542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Equipos en Santa Cruz (UCB) y Oruro. Mentores en el piso. Acá se usa el reto.</a:t>
            </a:r>
            <a:endParaRPr lang="en-US" sz="1400" dirty="0"/>
          </a:p>
        </p:txBody>
      </p:sp>
      <p:sp>
        <p:nvSpPr>
          <p:cNvPr id="20" name="day-2"/>
          <p:cNvSpPr/>
          <p:nvPr/>
        </p:nvSpPr>
        <p:spPr>
          <a:xfrm>
            <a:off x="809244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21" name="day-icon-2-bg"/>
          <p:cNvSpPr/>
          <p:nvPr/>
        </p:nvSpPr>
        <p:spPr>
          <a:xfrm>
            <a:off x="8330184" y="1572768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22" name="day-icon-2" descr="C:\Dev\abstracthon-web\docs\sponsor\icons\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1665305"/>
            <a:ext cx="217261" cy="21726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4224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3018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DOMINGO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33018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virtual  ·  hora a confirmar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3018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Pitch y jurado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33018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Pitch de 5 minutos. Un voto sobre su premio. Abstracthon retiene el ganador general.</a:t>
            </a:r>
            <a:endParaRPr lang="en-US" sz="1400" dirty="0"/>
          </a:p>
        </p:txBody>
      </p:sp>
      <p:sp>
        <p:nvSpPr>
          <p:cNvPr id="28" name="why-0"/>
          <p:cNvSpPr/>
          <p:nvPr/>
        </p:nvSpPr>
        <p:spPr>
          <a:xfrm>
            <a:off x="50292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29" name="why-icon-0-bg"/>
          <p:cNvSpPr/>
          <p:nvPr/>
        </p:nvSpPr>
        <p:spPr>
          <a:xfrm>
            <a:off x="704088" y="4736592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30" name="why-icon-0" descr="C:\Dev\abstracthon-web\docs\sponsor\icons\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25" y="4829129"/>
            <a:ext cx="217261" cy="21726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9786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TALENTO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4066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 cómo construyen, no solo un CV.</a:t>
            </a:r>
            <a:endParaRPr lang="en-US" sz="1600" dirty="0"/>
          </a:p>
        </p:txBody>
      </p:sp>
      <p:sp>
        <p:nvSpPr>
          <p:cNvPr id="33" name="why-1"/>
          <p:cNvSpPr/>
          <p:nvPr/>
        </p:nvSpPr>
        <p:spPr>
          <a:xfrm>
            <a:off x="429768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34" name="why-icon-1-bg"/>
          <p:cNvSpPr/>
          <p:nvPr/>
        </p:nvSpPr>
        <p:spPr>
          <a:xfrm>
            <a:off x="4498848" y="4736592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35" name="why-icon-1" descr="C:\Dev\abstracthon-web\docs\sponsor\icons\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85" y="4829129"/>
            <a:ext cx="217261" cy="21726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99262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PRODUCTO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3542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 reto con su nombre y un voto el domingo.</a:t>
            </a:r>
            <a:endParaRPr lang="en-US" sz="1600" dirty="0"/>
          </a:p>
        </p:txBody>
      </p:sp>
      <p:sp>
        <p:nvSpPr>
          <p:cNvPr id="38" name="why-2"/>
          <p:cNvSpPr/>
          <p:nvPr/>
        </p:nvSpPr>
        <p:spPr>
          <a:xfrm>
            <a:off x="809244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39" name="why-icon-2-bg"/>
          <p:cNvSpPr/>
          <p:nvPr/>
        </p:nvSpPr>
        <p:spPr>
          <a:xfrm>
            <a:off x="8293608" y="4736592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40" name="why-icon-2" descr="C:\Dev\abstracthon-web\docs\sponsor\icons\sp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145" y="4829129"/>
            <a:ext cx="217261" cy="217261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78738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MARCA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33018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Junto a builders, con informe después.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tracks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</a:rPr>
              <a:t>Los tres primeros son excluyentes. Ayuda tecnológica combina dos o más. Ahí propone el problema su empresa.</a:t>
            </a:r>
            <a:endParaRPr lang="en-US" sz="1500" dirty="0"/>
          </a:p>
        </p:txBody>
      </p:sp>
      <p:sp>
        <p:nvSpPr>
          <p:cNvPr id="4" name="track-0"/>
          <p:cNvSpPr/>
          <p:nvPr/>
        </p:nvSpPr>
        <p:spPr>
          <a:xfrm>
            <a:off x="502920" y="13716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5" name="track-icon-0-bg"/>
          <p:cNvSpPr/>
          <p:nvPr/>
        </p:nvSpPr>
        <p:spPr>
          <a:xfrm>
            <a:off x="713232" y="1536192"/>
            <a:ext cx="438912" cy="438912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6" name="track-icon-0" descr="C:\Dev\abstracthon-web\docs\sponsor\icons\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637142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996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Finanzas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4708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El problema tiene que ser de dinero: pagar, ahorrar o cobrar. No entra una app genérica con un botón de pago.</a:t>
            </a:r>
            <a:endParaRPr lang="en-US" sz="1400" dirty="0"/>
          </a:p>
        </p:txBody>
      </p:sp>
      <p:sp>
        <p:nvSpPr>
          <p:cNvPr id="9" name="track-1"/>
          <p:cNvSpPr/>
          <p:nvPr/>
        </p:nvSpPr>
        <p:spPr>
          <a:xfrm>
            <a:off x="502920" y="2578608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0" name="track-icon-1-bg"/>
          <p:cNvSpPr/>
          <p:nvPr/>
        </p:nvSpPr>
        <p:spPr>
          <a:xfrm>
            <a:off x="713232" y="2743200"/>
            <a:ext cx="438912" cy="438912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1" name="track-icon-1" descr="C:\Dev\abstracthon-web\docs\sponsor\icons\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2844150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7066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Educación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05409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El problema tiene que ser de aprender, enseñar o acceder a formación. No entra una app para estudiar sin un problema educativo claro.</a:t>
            </a:r>
            <a:endParaRPr lang="en-US" sz="1400" dirty="0"/>
          </a:p>
        </p:txBody>
      </p:sp>
      <p:sp>
        <p:nvSpPr>
          <p:cNvPr id="14" name="track-2"/>
          <p:cNvSpPr/>
          <p:nvPr/>
        </p:nvSpPr>
        <p:spPr>
          <a:xfrm>
            <a:off x="502920" y="3785616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5" name="track-icon-2-bg"/>
          <p:cNvSpPr/>
          <p:nvPr/>
        </p:nvSpPr>
        <p:spPr>
          <a:xfrm>
            <a:off x="713232" y="3950208"/>
            <a:ext cx="438912" cy="438912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6" name="track-icon-2" descr="C:\Dev\abstracthon-web\docs\sponsor\icons\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4051158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9136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Comunicación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261104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El problema tiene que ser de informar o conectar a un grupo. Un chat genérico no entra.</a:t>
            </a:r>
            <a:endParaRPr lang="en-US" sz="1400" dirty="0"/>
          </a:p>
        </p:txBody>
      </p:sp>
      <p:sp>
        <p:nvSpPr>
          <p:cNvPr id="19" name="track-3"/>
          <p:cNvSpPr/>
          <p:nvPr/>
        </p:nvSpPr>
        <p:spPr>
          <a:xfrm>
            <a:off x="502920" y="4992624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20" name="track-icon-3-bg"/>
          <p:cNvSpPr/>
          <p:nvPr/>
        </p:nvSpPr>
        <p:spPr>
          <a:xfrm>
            <a:off x="713232" y="5157216"/>
            <a:ext cx="438912" cy="438912"/>
          </a:xfrm>
          <a:prstGeom prst="ellipse">
            <a:avLst/>
          </a:prstGeom>
          <a:solidFill>
            <a:srgbClr val="00A4EF"/>
          </a:solidFill>
          <a:ln/>
        </p:spPr>
      </p:sp>
      <p:pic>
        <p:nvPicPr>
          <p:cNvPr id="21" name="track-icon-3" descr="C:\Dev\abstracthon-web\docs\sponsor\icons\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2" y="5258166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1206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Ayuda tecnológica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546811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Hay que mezclar 2 o más de los tracks de arriba. Un solo track, o un tema nuevo, no cuenta.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planes</a:t>
            </a:r>
            <a:endParaRPr lang="en-US" sz="3600" dirty="0"/>
          </a:p>
        </p:txBody>
      </p:sp>
      <p:sp>
        <p:nvSpPr>
          <p:cNvPr id="3" name="price-0"/>
          <p:cNvSpPr/>
          <p:nvPr/>
        </p:nvSpPr>
        <p:spPr>
          <a:xfrm>
            <a:off x="50292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4" name="plan-icon-0-bg"/>
          <p:cNvSpPr/>
          <p:nvPr/>
        </p:nvSpPr>
        <p:spPr>
          <a:xfrm>
            <a:off x="704088" y="1078992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5" name="plan-icon-0" descr="C:\Dev\abstracthon-web\docs\sponsor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25" y="1171529"/>
            <a:ext cx="217261" cy="2172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1615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VISIBILIDAD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1615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Bs 500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21615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Estar</a:t>
            </a:r>
            <a:endParaRPr lang="en-US" sz="1400" dirty="0"/>
          </a:p>
        </p:txBody>
      </p:sp>
      <p:sp>
        <p:nvSpPr>
          <p:cNvPr id="9" name="price-1"/>
          <p:cNvSpPr/>
          <p:nvPr/>
        </p:nvSpPr>
        <p:spPr>
          <a:xfrm>
            <a:off x="429768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10" name="plan-icon-1-bg"/>
          <p:cNvSpPr/>
          <p:nvPr/>
        </p:nvSpPr>
        <p:spPr>
          <a:xfrm>
            <a:off x="4498848" y="1078992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1" name="plan-icon-1" descr="C:\Dev\abstracthon-web\docs\sponsor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85" y="1171529"/>
            <a:ext cx="217261" cy="2172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1091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ACTIVACIÓN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01091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Bs 1.500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501091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Usar la sala</a:t>
            </a:r>
            <a:endParaRPr lang="en-US" sz="1400" dirty="0"/>
          </a:p>
        </p:txBody>
      </p:sp>
      <p:sp>
        <p:nvSpPr>
          <p:cNvPr id="15" name="price-2"/>
          <p:cNvSpPr/>
          <p:nvPr/>
        </p:nvSpPr>
        <p:spPr>
          <a:xfrm>
            <a:off x="809244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16" name="plan-icon-2-bg"/>
          <p:cNvSpPr/>
          <p:nvPr/>
        </p:nvSpPr>
        <p:spPr>
          <a:xfrm>
            <a:off x="8293608" y="1078992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7" name="plan-icon-2" descr="C:\Dev\abstracthon-web\docs\sponsor\icons\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145" y="1171529"/>
            <a:ext cx="217261" cy="2172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0567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PROPIEDAD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80567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Bs 3.000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80567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Dueño de un track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115568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21992"/>
                <a:gridCol w="2221992"/>
                <a:gridCol w="223113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50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Propiedad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 en web y 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Mención en redes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 en el kit, si lo envían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Mesa en sede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o premio nominado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Jurado de ese premio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presented by + first pick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 a talento con consentimiento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post-evento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502920" y="598932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In-kind (comida, salas, merch): pack Visibilidad. Reto y jurado solo si el valor cubre Activación o Propiedad.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close" descr="C:\Dev\abstracthon-web\public\img\abstracth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834640" cy="1051560"/>
          </a:xfrm>
          <a:prstGeom prst="rect">
            <a:avLst/>
          </a:prstGeom>
        </p:spPr>
      </p:pic>
      <p:pic>
        <p:nvPicPr>
          <p:cNvPr id="3" name="mlsa-close" descr="C:\Dev\abstracthon-web\docs\sponsor\mlsa-imag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56032"/>
            <a:ext cx="1737360" cy="14447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1691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 le encaja, hablemos esta semana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23042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Díganos el plan y qué track le interesa. Reservamos Propiedad por orden de confirmación.</a:t>
            </a:r>
            <a:endParaRPr lang="en-US" sz="1600" dirty="0"/>
          </a:p>
        </p:txBody>
      </p:sp>
      <p:sp>
        <p:nvSpPr>
          <p:cNvPr id="6" name="next-0"/>
          <p:cNvSpPr/>
          <p:nvPr/>
        </p:nvSpPr>
        <p:spPr>
          <a:xfrm>
            <a:off x="50292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7" name="next-icon-0-bg"/>
          <p:cNvSpPr/>
          <p:nvPr/>
        </p:nvSpPr>
        <p:spPr>
          <a:xfrm>
            <a:off x="722376" y="3127248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8" name="next-icon-0" descr="C:\Dev\abstracthon-web\docs\sponsor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13" y="3219785"/>
            <a:ext cx="217261" cy="21726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72237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Elija el plan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2237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Visibilidad, Activación o Propiedad.</a:t>
            </a:r>
            <a:endParaRPr lang="en-US" sz="1400" dirty="0"/>
          </a:p>
        </p:txBody>
      </p:sp>
      <p:sp>
        <p:nvSpPr>
          <p:cNvPr id="12" name="next-1"/>
          <p:cNvSpPr/>
          <p:nvPr/>
        </p:nvSpPr>
        <p:spPr>
          <a:xfrm>
            <a:off x="429768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13" name="next-icon-1-bg"/>
          <p:cNvSpPr/>
          <p:nvPr/>
        </p:nvSpPr>
        <p:spPr>
          <a:xfrm>
            <a:off x="4517136" y="3127248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4" name="next-icon-1" descr="C:\Dev\abstracthon-web\docs\sponsor\icons\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673" y="3219785"/>
            <a:ext cx="217261" cy="21726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2920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451713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Diga el track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451713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Finanzas, Educación, Comunicación o un cruce.</a:t>
            </a:r>
            <a:endParaRPr lang="en-US" sz="1400" dirty="0"/>
          </a:p>
        </p:txBody>
      </p:sp>
      <p:sp>
        <p:nvSpPr>
          <p:cNvPr id="18" name="next-2"/>
          <p:cNvSpPr/>
          <p:nvPr/>
        </p:nvSpPr>
        <p:spPr>
          <a:xfrm>
            <a:off x="809244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19" name="next-icon-2-bg"/>
          <p:cNvSpPr/>
          <p:nvPr/>
        </p:nvSpPr>
        <p:spPr>
          <a:xfrm>
            <a:off x="8311896" y="3127248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20" name="next-icon-2" descr="C:\Dev\abstracthon-web\docs\sponsor\icons\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433" y="3219785"/>
            <a:ext cx="217261" cy="21726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82396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31189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Mande logo y contacto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31189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Respondemos en 48 horas con el acuerdo.</a:t>
            </a:r>
            <a:endParaRPr lang="en-US" sz="1400" dirty="0"/>
          </a:p>
        </p:txBody>
      </p:sp>
      <p:sp>
        <p:nvSpPr>
          <p:cNvPr id="24" name="web-icon-bg"/>
          <p:cNvSpPr/>
          <p:nvPr/>
        </p:nvSpPr>
        <p:spPr>
          <a:xfrm>
            <a:off x="502920" y="5870448"/>
            <a:ext cx="457200" cy="457200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25" name="web-icon" descr="C:\Dev\abstracthon-web\docs\sponsor\icons\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5975604"/>
            <a:ext cx="246888" cy="24688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78992" y="5943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abstracthon-demoweb.vercel.app</a:t>
            </a:r>
            <a:endParaRPr lang="en-US" sz="1500" dirty="0"/>
          </a:p>
        </p:txBody>
      </p:sp>
      <p:sp>
        <p:nvSpPr>
          <p:cNvPr id="27" name="ig-icon-bg"/>
          <p:cNvSpPr/>
          <p:nvPr/>
        </p:nvSpPr>
        <p:spPr>
          <a:xfrm>
            <a:off x="5532120" y="5870448"/>
            <a:ext cx="457200" cy="457200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28" name="ig-icon" descr="C:\Dev\abstracthon-web\docs\sponsor\icons\instagr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7276" y="5975604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108192" y="5943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@microsoft_university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281160" y="5943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3A3A3"/>
                </a:solidFill>
              </a:rPr>
              <a:t>Equipo Abstracthon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stracthon 2026">
  <a:themeElements>
    <a:clrScheme name="Abstracthon 2026">
      <a:dk1>
        <a:srgbClr val="111111"/>
      </a:dk1>
      <a:lt1>
        <a:srgbClr val="FFFFFF"/>
      </a:lt1>
      <a:dk2>
        <a:srgbClr val="1C1C1C"/>
      </a:dk2>
      <a:lt2>
        <a:srgbClr val="E8E8E8"/>
      </a:lt2>
      <a:accent1>
        <a:srgbClr val="FFB900"/>
      </a:accent1>
      <a:accent2>
        <a:srgbClr val="F25022"/>
      </a:accent2>
      <a:accent3>
        <a:srgbClr val="7FBA00"/>
      </a:accent3>
      <a:accent4>
        <a:srgbClr val="00A4EF"/>
      </a:accent4>
      <a:accent5>
        <a:srgbClr val="A3A3A3"/>
      </a:accent5>
      <a:accent6>
        <a:srgbClr val="1C1C1C"/>
      </a:accent6>
      <a:hlink>
        <a:srgbClr val="00A4EF"/>
      </a:hlink>
      <a:folHlink>
        <a:srgbClr val="FFB900"/>
      </a:folHlink>
    </a:clrScheme>
    <a:fontScheme name="Abstracthon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Abstracthon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Abstracthon 2026 Llamado a aliados</dc:title>
  <dc:subject>Patrocinio hackathon Bolivia 2026</dc:subject>
  <dc:creator>Abstracthon</dc:creator>
  <cp:lastModifiedBy>Abstracthon</cp:lastModifiedBy>
  <cp:revision>1</cp:revision>
  <dcterms:created xsi:type="dcterms:W3CDTF">2026-10-26T04:26:04Z</dcterms:created>
  <dcterms:modified xsi:type="dcterms:W3CDTF">2026-10-26T04:26:04Z</dcterms:modified>
</cp:coreProperties>
</file>